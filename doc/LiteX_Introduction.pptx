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2472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LiteX: Python-Powered SoC Design for FPGAs</a:t>
            </a:r>
          </a:p>
          <a:p>
            <a:pPr algn="ctr">
              <a:spcBef>
                <a:spcPts val="2000"/>
              </a:spcBef>
              <a:defRPr sz="2000">
                <a:solidFill>
                  <a:srgbClr val="4A86C8"/>
                </a:solidFill>
                <a:latin typeface="Calibri"/>
              </a:defRPr>
            </a:pPr>
            <a:r>
              <a:t>From Button-to-LED to RISC-V SoC in Five Examples</a:t>
            </a:r>
          </a:p>
          <a:p>
            <a:pPr algn="ctr">
              <a:spcBef>
                <a:spcPts val="3000"/>
              </a:spcBef>
              <a:defRPr sz="1600">
                <a:solidFill>
                  <a:srgbClr val="AAAAAA"/>
                </a:solidFill>
                <a:latin typeface="Calibri"/>
              </a:defRPr>
            </a:pPr>
            <a:r>
              <a:t>BsC Electronics &amp;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8534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Target: Olimex GateMate A1 EVB  |  Toolchain: Yosys + p_r + openFPGALoader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70180"/>
            <a:ext cx="68577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lang="nb-NO" dirty="0" err="1"/>
              <a:t>What</a:t>
            </a:r>
            <a:r>
              <a:rPr lang="nb-NO" dirty="0"/>
              <a:t> </a:t>
            </a:r>
            <a:r>
              <a:rPr lang="nb-NO" dirty="0" err="1"/>
              <a:t>would</a:t>
            </a:r>
            <a:r>
              <a:rPr lang="nb-NO" dirty="0"/>
              <a:t> be </a:t>
            </a:r>
            <a:r>
              <a:rPr lang="nb-NO" dirty="0" err="1"/>
              <a:t>covered</a:t>
            </a:r>
            <a:r>
              <a:rPr lang="nb-NO" dirty="0"/>
              <a:t> in </a:t>
            </a:r>
            <a:r>
              <a:rPr lang="nb-NO" dirty="0" err="1"/>
              <a:t>this</a:t>
            </a:r>
            <a:r>
              <a:rPr lang="nb-NO" dirty="0"/>
              <a:t> </a:t>
            </a:r>
            <a:r>
              <a:rPr lang="nb-NO" dirty="0" err="1"/>
              <a:t>presentations</a:t>
            </a:r>
            <a:endParaRPr dirty="0"/>
          </a:p>
        </p:txBody>
      </p:sp>
      <p:pic>
        <p:nvPicPr>
          <p:cNvPr id="18" name="Bilde 17">
            <a:extLst>
              <a:ext uri="{FF2B5EF4-FFF2-40B4-BE49-F238E27FC236}">
                <a16:creationId xmlns:a16="http://schemas.microsoft.com/office/drawing/2014/main" id="{796999A5-9448-E92A-079D-B91C2E06B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899" y="1471832"/>
            <a:ext cx="10145541" cy="52490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LiteX?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Python-based SoC (System-on-Chip) builder framework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Uses Migen as its HDL: describe hardware in Python, generate Verilog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Complete integration: bus interconnects, peripherals, CPUs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Open source: github.com/enjoy-digital/litex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Supports 20+ FPGA families and 10+ soft CPUs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Active community with extensive board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645920"/>
            <a:ext cx="4114800" cy="22860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2E5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E5090"/>
                </a:solidFill>
              </a:defRPr>
            </a:pPr>
            <a:r>
              <a:t>Key Insight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Write Python classes instead of VHDL/Verilog. LiteX generates all the glue logic, address decoding, and bus wiring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Migen?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The HDL inside LiteX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Module: base class for all hardware blocks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self.comb += : combinatorial (wire) assignments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self.sync += : synchronous (clocked/registered) assignments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Signal(width): declares hardware wires/registers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Python operators: +, ==, If(), Cat() map to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5029200" cy="164592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# Migen (Python)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counter = Signal(26)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self.sync += counter.eq(counter + 1)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self.comb += led.eq(counter[23])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114800"/>
            <a:ext cx="5303520" cy="164592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// Verilog equivalent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reg [25:0] counter;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always @(posedge clk)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counter &lt;= counter + 1;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assign led = counter[23];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LiteX for Students?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Rapid prototyping: full SoC in ~60 lines of Python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No vendor lock-in: GateMate, Lattice, Xilinx, Intel, Gowin...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One language: hardware, simulation, and host control all in Python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Reusable IP: peripherals are Python classes you can import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Open-source toolchain: Yosys + nextpnr/p_r (no licenses needed)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Auto-generated: bus wiring, address maps, CSR registers, memory layout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Built-in simulation: test before synthesis with run_simulation()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Host communication: control FPGA from PC via UART bridge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Traditional FPGA Flow vs LiteX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5090"/>
                </a:solidFill>
                <a:latin typeface="Calibri"/>
              </a:defRPr>
            </a:pPr>
            <a:r>
              <a:t>Traditional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Write VHDL/Verilog by hand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Manual bus wiring and address maps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Vendor-specific tools (Vivado, Quartus)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Separate testbench language (SystemVerilog)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Manual host communication setup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Difficult to reuse across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5090"/>
                </a:solidFill>
                <a:latin typeface="Calibri"/>
              </a:defRPr>
            </a:pPr>
            <a:r>
              <a:t>LiteX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Write Python Module classes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AutoCSR auto-generates bus + addresses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Open-source: Yosys + p_r/nextpnr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Python simulation with run_simulation()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Built-in UART bridge + RemoteClient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pip install and import peripherals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GateMate A1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Board: Olimex GateMateA1-EVB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FPGA: Cologne Chip CCGM1A1 (20,480 CPEs)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Clock: 10 MHz on-board oscillator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User I/O: 1 LED (IO_SB_B6), 1 Button (IO_SB_B7)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Serial: UART via DirtyJTAG/RP2040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Programmer: openFPGALoader with DirtyJTAG cable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Memory: 32x BRAM20K + 64x BRAM40K blocks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2743200"/>
          </a:xfrm>
          <a:prstGeom prst="roundRect">
            <a:avLst/>
          </a:prstGeom>
          <a:solidFill>
            <a:srgbClr val="F5F5F5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E5090"/>
                </a:solidFill>
              </a:defRPr>
            </a:pPr>
            <a:r>
              <a:t>Toolchain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Yosys -- synthesis (Verilog/VHDL to netlist)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p_r -- place &amp; route (GateMate-specific)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openFPGALoader -- bitstream programming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GHDL plugin -- VHDL support in Yosys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00: Combinatorial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Button to LED -- no clock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Goal: press the button, LED lights up instantly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Pure combinatorial logic -- no flip-flops, no clock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Introduces: Module, self.comb, platform.request(), platform.build()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Entire design: 78 lines including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371600"/>
            <a:ext cx="5029200" cy="292608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+----------------------------------+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Btn2Led (combinational)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        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Button (IO_SB_B7)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|       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+---&gt; LED (IO_SB_B6)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        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self.comb += led.eq(btn)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+----------------------------------+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Active-low: button pressed = 0, LED driven low = 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No clock domain: signal propagates combinationally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00: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btn2Led.py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18288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class Btn2Led(Module):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"""Combinational button-to-LED module. Drives LED directly from button signal."""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def __init__(self, led, btn):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# Both signals are active-low: pass btn straight through to led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self.comb += led.eq(btn)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1148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def main():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import os, subprocess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Initialize the platform with pin/IO definitions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platform = Platform()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Request named signals from the platform configuration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led = platform.request("user_led_n",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btn = platform.request("user_btn_n",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Instantiate the top-level module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module = Btn2Led(led, btn)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Synthesize and place-and-route via the Cologne Chip toolchain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build_dir = os.getcwd() + "/build"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platform.build(module, build_dir, run=True)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Program the bitstream onto the FPGA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subprocess.run(["openFPGALoader", "--cable", "dirtyJtag", "build/top_00.cfg"], check=True)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5303520" cy="27432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_io = [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("clk0",       0, Pins("IO_SB_A8")),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("user_led_n", 0, Pins("IO_SB_B6")),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("user_btn_n", 0, Pins("IO_SB_B7")),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class Platform(CologneChipPlatform):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default_clk_name   = "clk0"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default_clk_period = 1e9 / 10e6  # 10 MHz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 __init__(self):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CologneChipPlatform.__init__(self, "CCGM1A1", _io, toolchain="colognechip")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E5090"/>
                </a:solidFill>
                <a:latin typeface="Calibri"/>
              </a:defRPr>
            </a:pPr>
            <a:r>
              <a:t>The entire hardware logic is just one line: self.comb += led.eq(btn)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01: Synchronous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LED blink with a free-running counter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Goal: LED blinks at a visible rate (~1 Hz)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26-bit counter increments every clock cycle (10 MHz)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Bit 23 drives the LED: toggles every 2^23 cycles = ~0.84 seconds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Introduces: self.sync, Signal(width), clock domains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Uses upstream platform from litex_boards (no inline _io)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389120" cy="32004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+-------------------------------+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Blink (Module)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     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counter[25:0]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|  self.sync: +1 each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|  clock cycle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v    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counter[23] --&gt; LED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    (self.comb)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+-------------------------------+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01: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blinkLed.py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27432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class Blink(Module):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"""LED blink module. Bit 23 of a free-running counter drives the LED."""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def __init__(self, led):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counter = Signal(26)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# Combinatorial assignment: wire counter bit 23 directly to the LED pin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self.comb += led.eq(counter[23])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# Synchronous assignment: increment counter every clock cycle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self.sync += counter.eq(counter + 1)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41148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def main():   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import os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Initialize the platform with pin/IO definitions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platform = olimex_gatemate_a1_evb.Platform()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Get LED signal from platform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led = platform.request("user_led_n",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Instantiate top-level module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module = Blink(led)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get the build directory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build_dir = os.getcwd() + "/build"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Synthesize and place-and-route via the Cologne Chip toolchain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platform.build(module, build_dir)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# program the chip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platform.create_programmer().load_bitstream(build_dir + "/top_00.cfg")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self.comb += led.eq(counter[23])  -- wire (combinatorial)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self.sync += counter.eq(counter + 1)  -- register (clocked)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New: uses litex_boards.platforms instead of inline _io definition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02: Wishbone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Host-controlled LED via UART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Host PC (Python)            FPGA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+----------------+     +----------------------------+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RemoteClient   |     | UARTWishboneBridge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wb.write()   |&lt;---&gt;|   (Wishbone bus master)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|   wb.read()    | UART|        |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+----------------+     |        | Wishbone bus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               |        v      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litex_server         |   LED Peripheral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--uart               |   (Wishbone slave)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               |   @ 0x40000400             |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               +----------------------------+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Wishbone bus: standard FPGA interconnect (CYC, STB, ACK, WE, ADR, DAT)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UARTWishboneBridge: host PC becomes bus master over serial port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Two approaches: manual address decode vs. CSR framework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litex_server bridges UART to TCP for RemoteClient access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02: Direct Wishbone Slave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Manual address decoding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0292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class WishboneLed(Module):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 __init__(self, led):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self.bus = wishbone.Interface(data_width=32, adr_width=30)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led_reg = Signal()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addr_match = Signal()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LED_WORD_ADDR = 0x10000100  # 0x40000400 &gt;&gt; 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self.comb += addr_match.eq(self.bus.adr == LED_WORD_ADDR)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self.sync += [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self.bus.ack.eq(0),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If(self.bus.cyc &amp; self.bus.stb &amp; ~self.bus.ack,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self.bus.ack.eq(1),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If(self.bus.we &amp; addr_match,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led_reg.eq(self.bus.dat_w[0]),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self.comb += [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If(addr_match, self.bus.dat_r.eq(led_reg)),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led.eq(~led_reg),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Manual Wishbone slave interface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Word addressing: 0x40000400 &gt;&gt; 2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Always ACK to prevent bus hangs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CYC &amp; STB = valid transaction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WE = write enable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~50 lines of bus logic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02: The CSR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Same result, much less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164592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class LedPeripheral(Module, AutoCSR):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def __init__(self, led):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self.control = CSRStorage(1, name="control")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        self.comb += led.eq(~self.control.storage)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8229600" cy="36576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class Top(SoCMini):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mem_map = {**SoCMini.mem_map, "csr": 0x40000000}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csr_map = {"ctrl": 0, "led": 1}  # led @ 0x40000400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 __init__(self, platform):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SoCMini.__init__(self, platform, clk_freq=CLK_FREQ,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uart_name="crossover", csr_paging=0x400)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from litex.soc.cores.uart import UARTWishboneBridge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serial = platform.request("serial")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self.submodules.bridge = UARTWishboneBridge(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pads=serial, clk_freq=CLK_FREQ, baudrate=BAUDRATE)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self.bus.add_master(name="bridge", master=self.bridge.wishbone)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led_pin = platform.request("user_led_n",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self.submodules.led = LedPeripheral(led_pin)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371600"/>
            <a:ext cx="274320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4 lines vs 50!</a:t>
            </a:r>
          </a:p>
          <a:p>
            <a:pPr>
              <a:spcBef>
                <a:spcPts val="800"/>
              </a:spcBef>
              <a:defRPr sz="1100">
                <a:solidFill>
                  <a:srgbClr val="333333"/>
                </a:solidFill>
              </a:defRPr>
            </a:pPr>
            <a:r>
              <a:t>AutoCSR handles all bus wiring, address decoding, and ACK logic automatically.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02: Host-Side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Python controls FPGA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from litex import RemoteClient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wb = RemoteClient()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wb.open()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# Turn LED on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wb.write(0x40000400, 0x1)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# Read back register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value = wb.read(0x40000400)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print(f"LED = {'ON' if value &amp; 1 else 'OFF'}")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# Turn LED off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wb.write(0x40000400, 0x0)</a:t>
            </a:r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333333"/>
                </a:solidFill>
                <a:latin typeface="Consolas"/>
              </a:defRPr>
            </a:pPr>
            <a:r>
              <a:t>wb.close()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1: Build &amp; program bitstream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2: litex_server --uart --uart-port=/dev/ttyACM0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Step 3: Run Python script with RemoteClient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Same Python language for: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Hardware description (Migen)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Build script (LiteX)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Host control (RemoteClient)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- Simulation (run_simulation)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03: HDL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Wrapping Verilog/VHDL as a black-box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Goal: use existing Verilog/VHDL modules inside a LiteX design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Use case: CRC32 hardware accelerator from generated HDL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Migen Instance() wraps any HDL module as a black-box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platform.add_source() includes the HDL file in synthesis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Two CSR registers: data (write byte / read checksum) + reset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Host PC                    FPGA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+------------------------------+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wb.write(byte)   | CSR decoder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-----UART-------&gt;|   |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  v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wb.read(crc)     | CRC32Peripheral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&lt;--UART----------|   data @ 0x40000800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  reset_ctrl @ 0x40000804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  |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  v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Instance("crc", ...)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|   Verilog/VHDL black-box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+------------------------------+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03: The Instance()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Connecting Migen to external HDL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475488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Add HDL source file to the build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platform.add_source("hdl/crc.v")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Instantiate the Verilog module as a black-box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self.specials += Instance("crc",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i_crcIn  = crc_in,               # 32-bit accumulated state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i_data   = self.data.r[0:8],     # 8-bit input byte from CSR write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o_crcOut = crc_out,              # 32-bit next CRC state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Accumulator: feed output back as next input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self.sync += [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If(self.reset_ctrl.re,            # Reset strobe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crc_in.eq(0xFFFFFFFF),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).Elif(self.data.re,              # Data write strobe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crc_in.eq(crc_out),           # Accumulate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Read path: invert for CRC32 final XOR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self.comb += self.data.w.eq(~out_buf)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36576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// hdl/crc.v (generated, combinatorial)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module crc 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input  [31:0] crcIn,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input  [7:0]  data,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output [31:0] crcOut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// CRC-32/ISO-HDLC polynomial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// 32 XOR equations...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assign crcOut[0] = crcIn[2]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 ^ crcIn[8]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         ^ data[2];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// ...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0352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Instance("module_name", i_port=signal, o_port=signal)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CSR.re = write strobe, CSR.r = write data, CSR.w = read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03: Simulation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Test before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Problem: Verilog Instance() cannot be simulated by Migen's simulator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Solution: create a pure-Migen mirror (MigenCRC32Step) for simulation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TestBench wires: Wishbone master -&gt; Wishbone2CSR -&gt; CSRBank -&gt; DUT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Validate against Python reference: binascii.crc32()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run_simulation() generates VCD waveforms for inspection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# Testbench: write bytes, then read CRC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def test_process():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# Write "123456789" one byte at a time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for byte in b"123456789":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    yield from wb_write(0x0, byte)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# Read back CRC32 checksum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crc = yield from wb_read(0x0)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    assert crc == 0xCBF43926, f"CRC mismatch: {crc:#x}"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333333"/>
                </a:solidFill>
                <a:latin typeface="Consolas"/>
              </a:defRPr>
            </a:pPr>
            <a:r>
              <a:t>run_simulation(tb, test_process(), vcd_name="crc32.vcd")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04: Full RISC-V SoC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A complete computer on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0292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+-----------------------------------------------+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MySoC (extends BaseSoC)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                   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+----------+  +-------+  +--------+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VexRiscV |  | BRAM  |  | UART   |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CPU      |-&gt;| ROM   |  | Console|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(minimal)|  | + RAM |  | 115200 |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+----+-----+  +-------+  +--------+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     |             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     | Wishbone bus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     v                     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+----+-----+  +-----------+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CSR      |  | CSR       |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LED      |  | CRC32     |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| Periph.  |  | Periph.   |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|  +----------+  +-----------+                  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+-----------------------------------------------+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BaseSoC provides CPU, ROM, RAM, UART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Just add your custom peripherals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VexRiscV minimal: 3368 CPEs (16.4%)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BIOS boots automatically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Firmware runs on the CPU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CSR addresses auto-generated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compile_software=True builds BIOS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PicoRV32 variant also available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Example 04: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  <a:latin typeface="Calibri"/>
              </a:defRPr>
            </a:pPr>
            <a:r>
              <a:t>~20 lines for a complete SoC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858000" cy="5029200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</a:ln>
        </p:spPr>
        <p:txBody>
          <a:bodyPr wrap="square"/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class LedPeripheral(Module, AutoCSR):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 __init__(self, led):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self.control = CSRStorage(1, name="control", description="LED control (bit 0: 1=on, 0=off)")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self.comb += led.eq(~self.control.storage)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-------------------------------------------------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Custom SoC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# -------------------------------------------------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class MySoC(BaseSoC):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def __init__(self, **kwargs):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kwargs.setdefault("cpu_type", "vexriscv")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kwargs.setdefault("cpu_variant", "minimal")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kwargs.setdefault("uart_baudrate", 115200)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BaseSoC.__init__(self,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with_led_chaser=False,     # Disable chaser so we can claim user_led_n ourselves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    **kwargs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platform = self.platform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# Request physical LED from platform (active-low: _n suffix)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led = platform.request("user_led_n",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# Instantiate peripheral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self.submodules.led_peripheral = LedPeripheral(led)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# Register as CSR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33333"/>
                </a:solidFill>
                <a:latin typeface="Consolas"/>
              </a:defRPr>
            </a:pPr>
            <a:r>
              <a:t>        self.add_csr("led_peripheral")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Reuses LedPeripheral from Example 02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BaseSoC handles all CPU plumbing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with_led_chaser=False: claim LED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self.add_csr() registers peripheral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Reusable library pattern: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from mycsrlib import CRC32Peripheral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Build resources (VexRiscV):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CPE: 3368 / 20480 (16.4%)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BRAM 40K: 9 / 32 (28.1%)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Fmax: 27.98 MHz (target: 24)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LiteX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5090"/>
                </a:solidFill>
                <a:latin typeface="Calibri"/>
              </a:defRPr>
            </a:pPr>
            <a:r>
              <a:t>Supported CPUs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VexRiscV -- configurable, efficient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PicoRV32 -- compact, simple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Minerva -- formally verified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SERV -- world's smallest RISC-V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OpenRISC, LM32, and more...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5090"/>
                </a:solidFill>
                <a:latin typeface="Calibri"/>
              </a:defRPr>
            </a:pPr>
            <a:r>
              <a:t>Built-in Peripherals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UART, SPI, I2C, GPIO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Timer, PWM, Watchdog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Ethernet (LiteEth)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DRAM controller (LiteDRAM)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PCIe, SATA, USB (advanced)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FPGA support: Cologne Chip GateMate, Lattice ECP5/iCE40, Xilinx 7-series/UltraScale, Intel Cyclone/MAX10, Gowin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80+ board definitions in litex-boards  |  Active GitHub community + Discord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defRPr sz="1600">
                <a:solidFill>
                  <a:srgbClr val="4A86C8"/>
                </a:solidFill>
                <a:latin typeface="Calibri"/>
              </a:defRPr>
            </a:pPr>
            <a:r>
              <a:t>LiteX: github.com/enjoy-digital/litex</a:t>
            </a:r>
          </a:p>
          <a:p>
            <a:pPr algn="ctr">
              <a:spcBef>
                <a:spcPts val="800"/>
              </a:spcBef>
              <a:defRPr sz="1600">
                <a:solidFill>
                  <a:srgbClr val="4A86C8"/>
                </a:solidFill>
                <a:latin typeface="Calibri"/>
              </a:defRPr>
            </a:pPr>
            <a:r>
              <a:t>Migen: m-labs.hk/migen</a:t>
            </a:r>
          </a:p>
          <a:p>
            <a:pPr algn="ctr">
              <a:spcBef>
                <a:spcPts val="800"/>
              </a:spcBef>
              <a:defRPr sz="1600">
                <a:solidFill>
                  <a:srgbClr val="4A86C8"/>
                </a:solidFill>
                <a:latin typeface="Calibri"/>
              </a:defRPr>
            </a:pPr>
            <a:r>
              <a:t>GateMate: colognechip.com</a:t>
            </a:r>
          </a:p>
          <a:p>
            <a:pPr algn="ctr">
              <a:spcBef>
                <a:spcPts val="800"/>
              </a:spcBef>
              <a:defRPr sz="1600">
                <a:solidFill>
                  <a:srgbClr val="4A86C8"/>
                </a:solidFill>
                <a:latin typeface="Calibri"/>
              </a:defRPr>
            </a:pPr>
            <a:r>
              <a:t>Board: github.com/OLIMEX/GateMateA1-EVB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3340</Words>
  <Application>Microsoft Office PowerPoint</Application>
  <PresentationFormat>Widescreen</PresentationFormat>
  <Paragraphs>442</Paragraphs>
  <Slides>22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2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Rune Langøy</cp:lastModifiedBy>
  <cp:revision>2</cp:revision>
  <dcterms:created xsi:type="dcterms:W3CDTF">2013-01-27T09:14:16Z</dcterms:created>
  <dcterms:modified xsi:type="dcterms:W3CDTF">2026-03-11T13:35:29Z</dcterms:modified>
  <cp:category/>
</cp:coreProperties>
</file>